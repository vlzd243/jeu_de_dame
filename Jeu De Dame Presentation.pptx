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73152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731520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640080"/>
            <a:ext cx="731520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640080"/>
            <a:ext cx="73152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280160"/>
            <a:ext cx="73152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1280160"/>
            <a:ext cx="731520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1920240"/>
            <a:ext cx="731520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920240"/>
            <a:ext cx="73152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14400"/>
            <a:ext cx="109728" cy="32004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91440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0E6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JEU DE DAMES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31520" y="2194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jeu de plateau classique en version web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5029200" cy="10972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1546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: </a:t>
            </a:r>
            <a:pPr algn="l" indent="0" marL="0">
              <a:buNone/>
            </a:pPr>
            <a:r>
              <a:rPr lang="en-US" sz="13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 · Java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: </a:t>
            </a:r>
            <a:pPr algn="l"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github.com/Vlzd243/Jeu_De_Dame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91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6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PRÉSENTATION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0604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060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Recréer le jeu de dames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 (10×10) entièrement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navigateur web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0604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6060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17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Public cible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26060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Joueurs souhaitant jouer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local à deux, sans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requise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0604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34440"/>
            <a:ext cx="26060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417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🏫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26060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scolaire développé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autonomie, versionné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GitHub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Dames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91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6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DES FICHIERS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120640" cy="35661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2316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principal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4864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game.html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2316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 jeu (plateau 10×10)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54864" cy="347472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credits.html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2316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crédits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54864" cy="347472"/>
          </a:xfrm>
          <a:prstGeom prst="rect">
            <a:avLst/>
          </a:prstGeom>
          <a:solidFill>
            <a:srgbClr val="5CC8FF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script.js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2316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principale du jeu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54864" cy="347472"/>
          </a:xfrm>
          <a:prstGeom prst="rect">
            <a:avLst/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2316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visuels globaux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54864" cy="3474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14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2316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JavaScript additionnels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0" y="1280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LANGAGES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0" y="2148840"/>
            <a:ext cx="2560320" cy="164592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148840"/>
            <a:ext cx="1228954" cy="1645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0" y="2880360"/>
            <a:ext cx="2560320" cy="164592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880360"/>
            <a:ext cx="691286" cy="164592"/>
          </a:xfrm>
          <a:prstGeom prst="rect">
            <a:avLst/>
          </a:prstGeom>
          <a:solidFill>
            <a:srgbClr val="5CC8FF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863840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0" y="3611880"/>
            <a:ext cx="2560320" cy="164592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3611880"/>
            <a:ext cx="512064" cy="164592"/>
          </a:xfrm>
          <a:prstGeom prst="rect">
            <a:avLst/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863840" y="4023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43600" y="4343400"/>
            <a:ext cx="2560320" cy="164592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4343400"/>
            <a:ext cx="153619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Dames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91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6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FONCTIONNALITÉS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Plateau 10×10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standard des dames françaises avec alternance cases claires/sombres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11480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34440"/>
            <a:ext cx="64008" cy="1051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258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Tour par tour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1691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tours alternés avec indicateur 'Tour des Blancs / Noirs'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411480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68880"/>
            <a:ext cx="64008" cy="1051560"/>
          </a:xfrm>
          <a:prstGeom prst="rect">
            <a:avLst/>
          </a:prstGeom>
          <a:solidFill>
            <a:srgbClr val="5CC8FF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60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Promotion en Dame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926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 promue en dame à l'arrivée en bout de plateau (logique spéciale)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468880"/>
            <a:ext cx="411480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468880"/>
            <a:ext cx="64008" cy="1051560"/>
          </a:xfrm>
          <a:prstGeom prst="rect">
            <a:avLst/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560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E6C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Captures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2926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prises obligatoires et des captures multiples en chaîne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411480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03320"/>
            <a:ext cx="64008" cy="10515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947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4300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Interface web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4160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CSS moderne, responsive, avec menu d'accueil et page de crédits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703320"/>
            <a:ext cx="4114800" cy="10515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703320"/>
            <a:ext cx="64008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7947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7784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Jeu local 2 joueurs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77840" y="4160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deux joueurs sur le même écran, sans serveur ni installation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Dames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91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6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LOGIQUE TECHNIQUE DU JEU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5661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DÉROULEMENT D'UN TOUR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56232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6537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d'une pièce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0848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sur pion valide du joueur actif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86584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957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3591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mouvements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61518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cases accessibles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916936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260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8895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 / Capture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14553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si ennemi sautable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447288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564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4198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éventuelle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67588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 → Dame en fond adverse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977640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867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39502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de tour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2062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Alternance Blancs ↔ Noirs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DÉTAILS TECHNIQUES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09160" y="1901952"/>
            <a:ext cx="54864" cy="274320"/>
          </a:xfrm>
          <a:prstGeom prst="rect">
            <a:avLst/>
          </a:prstGeom>
          <a:solidFill>
            <a:srgbClr val="5CC8FF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8288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 du plateau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20665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10×10 (matrice JS)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377440"/>
            <a:ext cx="54864" cy="274320"/>
          </a:xfrm>
          <a:prstGeom prst="rect">
            <a:avLst/>
          </a:prstGeom>
          <a:solidFill>
            <a:srgbClr val="5CC8FF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3042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visuel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2542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dynamique de div HTML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852928"/>
            <a:ext cx="54864" cy="274320"/>
          </a:xfrm>
          <a:prstGeom prst="rect">
            <a:avLst/>
          </a:prstGeom>
          <a:solidFill>
            <a:srgbClr val="5CC8FF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7797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coups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30175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de vérification diagonale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3328416"/>
            <a:ext cx="54864" cy="274320"/>
          </a:xfrm>
          <a:prstGeom prst="rect">
            <a:avLst/>
          </a:prstGeom>
          <a:solidFill>
            <a:srgbClr val="5CC8FF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2552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multiples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34930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Récursion sur les prises en chaîne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3803904"/>
            <a:ext cx="54864" cy="274320"/>
          </a:xfrm>
          <a:prstGeom prst="rect">
            <a:avLst/>
          </a:prstGeom>
          <a:solidFill>
            <a:srgbClr val="5CC8FF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7307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des pages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92040" y="39684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HTML (index → game → credits)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4279392"/>
            <a:ext cx="54864" cy="274320"/>
          </a:xfrm>
          <a:prstGeom prst="rect">
            <a:avLst/>
          </a:prstGeom>
          <a:solidFill>
            <a:srgbClr val="5CC8FF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42062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forme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9204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centralisé dans Style.css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Dames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91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6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INTERFACE UTILISATEUR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06040" cy="3657600"/>
          </a:xfrm>
          <a:prstGeom prst="rect">
            <a:avLst/>
          </a:prstGeom>
          <a:solidFill>
            <a:srgbClr val="0D0D1A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0604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Menu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874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6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Jeu de Dames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423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Bienvenue sur le jeu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Dames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 ▶ JOUER 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3520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📜 CRÉDITS 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06040" cy="3657600"/>
          </a:xfrm>
          <a:prstGeom prst="rect">
            <a:avLst/>
          </a:prstGeom>
          <a:solidFill>
            <a:srgbClr val="0D0D1A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88720"/>
            <a:ext cx="2606040" cy="502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game.html — Plateau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1874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6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Jeu de Dames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2423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des Blancs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⬛🟫⬛🟫⬛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🟫⬛🟫⬛🟫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⬛🟫⬛🟫⬛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1188720"/>
            <a:ext cx="2606040" cy="3657600"/>
          </a:xfrm>
          <a:prstGeom prst="rect">
            <a:avLst/>
          </a:prstGeom>
          <a:solidFill>
            <a:srgbClr val="0D0D1A"/>
          </a:solidFill>
          <a:ln w="25400">
            <a:solidFill>
              <a:srgbClr val="A8E6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188720"/>
            <a:ext cx="2606040" cy="502920"/>
          </a:xfrm>
          <a:prstGeom prst="rect">
            <a:avLst/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credits.html — Crédits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44768" y="1874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6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Crédits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44768" y="2423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Développé par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Vlzd243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44768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scolaire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2025 - 2026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Dames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73152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60520"/>
            <a:ext cx="731520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731520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4800600"/>
            <a:ext cx="73152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4160520"/>
            <a:ext cx="73152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4160520"/>
            <a:ext cx="731520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4800600"/>
            <a:ext cx="731520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4800600"/>
            <a:ext cx="73152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91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E6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BILAN &amp; PERSPECTIVES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65760" y="1188720"/>
            <a:ext cx="3931920" cy="23774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188720"/>
            <a:ext cx="39319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CE QUI A ÉTÉ RÉALISÉ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Plateau 10×10 fonctionnel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Gestion des tours (Blancs/Noirs)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368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Déplacements et captures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660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Promotion en dame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Menu de navigation HTML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Styling CSS cohérent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4114800" cy="23774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188720"/>
            <a:ext cx="4114800" cy="64008"/>
          </a:xfrm>
          <a:prstGeom prst="rect">
            <a:avLst/>
          </a:prstGeom>
          <a:solidFill>
            <a:srgbClr val="5CC8FF"/>
          </a:solidFill>
          <a:ln w="12700">
            <a:solidFill>
              <a:srgbClr val="5C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AMÉLIORATIONS POSSIBLES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 solo contre une IA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2075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Sauvegarde de partie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2368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Chronomètre par joueur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2660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Animations des déplacements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 en ligne multijoueur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749040"/>
            <a:ext cx="8412480" cy="8686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749040"/>
            <a:ext cx="64008" cy="8686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7947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complet qui couvre la logique de jeu, l'interface web et la navigation multi-pages — une excellente base pour de futures évolutions.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Dames  •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Jeu de Dames - Présentation du Projet</dc:title>
  <dc:subject>PptxGenJS Presentation</dc:subject>
  <dc:creator>PptxGenJS</dc:creator>
  <cp:lastModifiedBy>PptxGenJS</cp:lastModifiedBy>
  <cp:revision>1</cp:revision>
  <dcterms:created xsi:type="dcterms:W3CDTF">2026-04-12T20:38:47Z</dcterms:created>
  <dcterms:modified xsi:type="dcterms:W3CDTF">2026-04-12T20:38:47Z</dcterms:modified>
</cp:coreProperties>
</file>